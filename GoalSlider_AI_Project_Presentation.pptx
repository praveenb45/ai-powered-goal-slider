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GoalSlider AI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7316"/>
                </a:solidFill>
              </a:rPr>
              <a:t>Smart Exam &amp; Placement Prep Planner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Optimize Your Study Time with AI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1. Vast Syllabi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Students are overwhelmed by the sheer amount of material for competitive exams and placements.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2. Lack of Time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Trying to study 100% of the syllabus when only 60% is needed to pass is inefficient.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3. Generic Plans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Most study plans do not adapt to a student’s personal weaknesses or the actual exam weightage.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The Solution: GoalSlider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333333"/>
                </a:solidFill>
              </a:rPr>
              <a:t>An intelligent platform that dynamically calculates the exact topics you need to study based on your specific target score.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B82F6"/>
                </a:solidFill>
              </a:rPr>
              <a:t>Dynamic "Goal Slider"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Slide to your target score (e.g., 65%) and the AI instantly generates the shortest path to get there.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B82F6"/>
                </a:solidFill>
              </a:rPr>
              <a:t>AI Recommendation Engine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Topics are ranked by Past Year Questions (PYQ) frequency, Marks Weightage, Difficulty, and Personal Weakness.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B82F6"/>
                </a:solidFill>
              </a:rPr>
              <a:t>Exam Profiles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Tailored algorithms for Government Exams (SSC, Bank) vs Campus Placements.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840480" cy="13716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Live Progress Tracking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Track Videos, PYQs, and Practice completion per topic.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645920"/>
            <a:ext cx="3840480" cy="1371600"/>
          </a:xfrm>
          <a:prstGeom prst="rect">
            <a:avLst/>
          </a:prstGeom>
          <a:solidFill>
            <a:srgbClr val="F8FAFC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Saved Study Plans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Save multiple custom roadmaps and resume studying anytime.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3840480" cy="1371600"/>
          </a:xfrm>
          <a:prstGeom prst="rect">
            <a:avLst/>
          </a:prstGeom>
          <a:solidFill>
            <a:srgbClr val="F8FAFC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User Dashboard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Monitor your daily streaks, weekly activity, and earned badges.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3474720"/>
            <a:ext cx="3840480" cy="137160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Manual Fine-tuning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Force include or exclude specific topics from the AI recommendations.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</a:rPr>
              <a:t>Frontend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React.js (Next.js App Router)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Tailwind CSS (for responsive, glassmorphic UI)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Framer Motion (for smooth micro-animations)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Recharts (for progress data visualization)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</a:rPr>
              <a:t>Backend &amp; Database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Supabase (PostgreSQL)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Supabase Auth (Secure User Authentication)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Row Level Security (RLS) for data privacy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Database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Relational schema hosted on Supabase (PostgreSQL):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56032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users (auth)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474720" y="2103120"/>
            <a:ext cx="2560320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study_plans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2103120"/>
            <a:ext cx="2560320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834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student_progress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users.id -&gt; study_plans.student_id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study_plans.id -&gt; student_progress.plan_id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</a:rPr>
              <a:t>Future Enhancements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B82F6"/>
                </a:solidFill>
              </a:rPr>
              <a:t>Interactive AI Tutor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 floating chat assistant to resolve doubts in real-time.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B82F6"/>
                </a:solidFill>
              </a:rPr>
              <a:t>Mock Test Engine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Automated quizzes targeting the specific AI-recommended topics.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b="1" dirty="0">
                <a:solidFill>
                  <a:srgbClr val="3B82F6"/>
                </a:solidFill>
              </a:rPr>
              <a:t>Leaderboards &amp; Gamification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Global ranking system to boost student motivation and retention.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B82F6"/>
                </a:solidFill>
              </a:rPr>
              <a:t>GoalSlider AI Project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GoalSlider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GoalSlider AI Project Presentation</dc:title>
  <dc:subject>PptxGenJS Presentation</dc:subject>
  <dc:creator>GoalSlider AI Team</dc:creator>
  <cp:lastModifiedBy>GoalSlider AI Team</cp:lastModifiedBy>
  <cp:revision>1</cp:revision>
  <dcterms:created xsi:type="dcterms:W3CDTF">2026-06-30T12:39:23Z</dcterms:created>
  <dcterms:modified xsi:type="dcterms:W3CDTF">2026-06-30T12:39:23Z</dcterms:modified>
</cp:coreProperties>
</file>